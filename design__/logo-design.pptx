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9" r:id="rId3"/>
    <p:sldId id="258" r:id="rId4"/>
  </p:sldIdLst>
  <p:sldSz cx="2879725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82" autoAdjust="0"/>
    <p:restoredTop sz="94660"/>
  </p:normalViewPr>
  <p:slideViewPr>
    <p:cSldViewPr snapToGrid="0">
      <p:cViewPr>
        <p:scale>
          <a:sx n="400" d="100"/>
          <a:sy n="400" d="100"/>
        </p:scale>
        <p:origin x="-1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E441E-9819-4E92-8A0F-B132F132874D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85800" y="1143000"/>
            <a:ext cx="8229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6CDB1-3E16-4187-8F68-1A96AD6739D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225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90012" rtl="0" eaLnBrk="1" latinLnBrk="0" hangingPunct="1">
      <a:defRPr sz="249" kern="1200">
        <a:solidFill>
          <a:schemeClr val="tx1"/>
        </a:solidFill>
        <a:latin typeface="+mn-lt"/>
        <a:ea typeface="+mn-ea"/>
        <a:cs typeface="+mn-cs"/>
      </a:defRPr>
    </a:lvl1pPr>
    <a:lvl2pPr marL="95006" algn="l" defTabSz="190012" rtl="0" eaLnBrk="1" latinLnBrk="0" hangingPunct="1">
      <a:defRPr sz="249" kern="1200">
        <a:solidFill>
          <a:schemeClr val="tx1"/>
        </a:solidFill>
        <a:latin typeface="+mn-lt"/>
        <a:ea typeface="+mn-ea"/>
        <a:cs typeface="+mn-cs"/>
      </a:defRPr>
    </a:lvl2pPr>
    <a:lvl3pPr marL="190012" algn="l" defTabSz="190012" rtl="0" eaLnBrk="1" latinLnBrk="0" hangingPunct="1">
      <a:defRPr sz="249" kern="1200">
        <a:solidFill>
          <a:schemeClr val="tx1"/>
        </a:solidFill>
        <a:latin typeface="+mn-lt"/>
        <a:ea typeface="+mn-ea"/>
        <a:cs typeface="+mn-cs"/>
      </a:defRPr>
    </a:lvl3pPr>
    <a:lvl4pPr marL="285018" algn="l" defTabSz="190012" rtl="0" eaLnBrk="1" latinLnBrk="0" hangingPunct="1">
      <a:defRPr sz="249" kern="1200">
        <a:solidFill>
          <a:schemeClr val="tx1"/>
        </a:solidFill>
        <a:latin typeface="+mn-lt"/>
        <a:ea typeface="+mn-ea"/>
        <a:cs typeface="+mn-cs"/>
      </a:defRPr>
    </a:lvl4pPr>
    <a:lvl5pPr marL="380025" algn="l" defTabSz="190012" rtl="0" eaLnBrk="1" latinLnBrk="0" hangingPunct="1">
      <a:defRPr sz="249" kern="1200">
        <a:solidFill>
          <a:schemeClr val="tx1"/>
        </a:solidFill>
        <a:latin typeface="+mn-lt"/>
        <a:ea typeface="+mn-ea"/>
        <a:cs typeface="+mn-cs"/>
      </a:defRPr>
    </a:lvl5pPr>
    <a:lvl6pPr marL="475031" algn="l" defTabSz="190012" rtl="0" eaLnBrk="1" latinLnBrk="0" hangingPunct="1">
      <a:defRPr sz="249" kern="1200">
        <a:solidFill>
          <a:schemeClr val="tx1"/>
        </a:solidFill>
        <a:latin typeface="+mn-lt"/>
        <a:ea typeface="+mn-ea"/>
        <a:cs typeface="+mn-cs"/>
      </a:defRPr>
    </a:lvl6pPr>
    <a:lvl7pPr marL="570037" algn="l" defTabSz="190012" rtl="0" eaLnBrk="1" latinLnBrk="0" hangingPunct="1">
      <a:defRPr sz="249" kern="1200">
        <a:solidFill>
          <a:schemeClr val="tx1"/>
        </a:solidFill>
        <a:latin typeface="+mn-lt"/>
        <a:ea typeface="+mn-ea"/>
        <a:cs typeface="+mn-cs"/>
      </a:defRPr>
    </a:lvl7pPr>
    <a:lvl8pPr marL="665043" algn="l" defTabSz="190012" rtl="0" eaLnBrk="1" latinLnBrk="0" hangingPunct="1">
      <a:defRPr sz="249" kern="1200">
        <a:solidFill>
          <a:schemeClr val="tx1"/>
        </a:solidFill>
        <a:latin typeface="+mn-lt"/>
        <a:ea typeface="+mn-ea"/>
        <a:cs typeface="+mn-cs"/>
      </a:defRPr>
    </a:lvl8pPr>
    <a:lvl9pPr marL="760049" algn="l" defTabSz="190012" rtl="0" eaLnBrk="1" latinLnBrk="0" hangingPunct="1">
      <a:defRPr sz="24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85800" y="1143000"/>
            <a:ext cx="8229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6CDB1-3E16-4187-8F68-1A96AD6739D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99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967" y="176668"/>
            <a:ext cx="2159793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67" y="566990"/>
            <a:ext cx="2159793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4" indent="0" algn="ctr">
              <a:buNone/>
              <a:defRPr sz="316"/>
            </a:lvl2pPr>
            <a:lvl3pPr marL="143928" indent="0" algn="ctr">
              <a:buNone/>
              <a:defRPr sz="284"/>
            </a:lvl3pPr>
            <a:lvl4pPr marL="215890" indent="0" algn="ctr">
              <a:buNone/>
              <a:defRPr sz="252"/>
            </a:lvl4pPr>
            <a:lvl5pPr marL="287854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4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845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0174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82" y="269125"/>
            <a:ext cx="2483763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482" y="722417"/>
            <a:ext cx="2483763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1pPr>
            <a:lvl2pPr marL="71964" indent="0">
              <a:buNone/>
              <a:defRPr sz="316">
                <a:solidFill>
                  <a:schemeClr val="tx1">
                    <a:tint val="75000"/>
                  </a:schemeClr>
                </a:solidFill>
              </a:defRPr>
            </a:lvl2pPr>
            <a:lvl3pPr marL="143928" indent="0">
              <a:buNone/>
              <a:defRPr sz="284">
                <a:solidFill>
                  <a:schemeClr val="tx1">
                    <a:tint val="75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4pPr>
            <a:lvl5pPr marL="287854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7pPr>
            <a:lvl8pPr marL="503744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72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7982" y="287369"/>
            <a:ext cx="1223884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7861" y="287369"/>
            <a:ext cx="1223884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6764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57476"/>
            <a:ext cx="2483763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56" y="264627"/>
            <a:ext cx="1218260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4" indent="0">
              <a:buNone/>
              <a:defRPr sz="316" b="1"/>
            </a:lvl2pPr>
            <a:lvl3pPr marL="143928" indent="0">
              <a:buNone/>
              <a:defRPr sz="284" b="1"/>
            </a:lvl3pPr>
            <a:lvl4pPr marL="215890" indent="0">
              <a:buNone/>
              <a:defRPr sz="252" b="1"/>
            </a:lvl4pPr>
            <a:lvl5pPr marL="287854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4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56" y="394320"/>
            <a:ext cx="1218260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7862" y="264627"/>
            <a:ext cx="122425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4" indent="0">
              <a:buNone/>
              <a:defRPr sz="316" b="1"/>
            </a:lvl2pPr>
            <a:lvl3pPr marL="143928" indent="0">
              <a:buNone/>
              <a:defRPr sz="284" b="1"/>
            </a:lvl3pPr>
            <a:lvl4pPr marL="215890" indent="0">
              <a:buNone/>
              <a:defRPr sz="252" b="1"/>
            </a:lvl4pPr>
            <a:lvl5pPr marL="287854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4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7862" y="394320"/>
            <a:ext cx="122425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716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949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450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7" y="71969"/>
            <a:ext cx="928786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259" y="155430"/>
            <a:ext cx="1457861" cy="767145"/>
          </a:xfrm>
        </p:spPr>
        <p:txBody>
          <a:bodyPr/>
          <a:lstStyle>
            <a:lvl1pPr>
              <a:defRPr sz="504"/>
            </a:lvl1pPr>
            <a:lvl2pPr>
              <a:defRPr sz="442"/>
            </a:lvl2pPr>
            <a:lvl3pPr>
              <a:defRPr sz="378"/>
            </a:lvl3pPr>
            <a:lvl4pPr>
              <a:defRPr sz="316"/>
            </a:lvl4pPr>
            <a:lvl5pPr>
              <a:defRPr sz="316"/>
            </a:lvl5pPr>
            <a:lvl6pPr>
              <a:defRPr sz="316"/>
            </a:lvl6pPr>
            <a:lvl7pPr>
              <a:defRPr sz="316"/>
            </a:lvl7pPr>
            <a:lvl8pPr>
              <a:defRPr sz="316"/>
            </a:lvl8pPr>
            <a:lvl9pPr>
              <a:defRPr sz="31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7" y="323850"/>
            <a:ext cx="928786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4" indent="0">
              <a:buNone/>
              <a:defRPr sz="220"/>
            </a:lvl2pPr>
            <a:lvl3pPr marL="143928" indent="0">
              <a:buNone/>
              <a:defRPr sz="200"/>
            </a:lvl3pPr>
            <a:lvl4pPr marL="215890" indent="0">
              <a:buNone/>
              <a:defRPr sz="200"/>
            </a:lvl4pPr>
            <a:lvl5pPr marL="287854" indent="0">
              <a:buNone/>
              <a:defRPr sz="200"/>
            </a:lvl5pPr>
            <a:lvl6pPr marL="359816" indent="0">
              <a:buNone/>
              <a:defRPr sz="200"/>
            </a:lvl6pPr>
            <a:lvl7pPr marL="431780" indent="0">
              <a:buNone/>
              <a:defRPr sz="200"/>
            </a:lvl7pPr>
            <a:lvl8pPr marL="503744" indent="0">
              <a:buNone/>
              <a:defRPr sz="200"/>
            </a:lvl8pPr>
            <a:lvl9pPr marL="575706" indent="0">
              <a:buNone/>
              <a:defRPr sz="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343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7" y="71969"/>
            <a:ext cx="928786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259" y="155430"/>
            <a:ext cx="1457861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4" indent="0">
              <a:buNone/>
              <a:defRPr sz="442"/>
            </a:lvl2pPr>
            <a:lvl3pPr marL="143928" indent="0">
              <a:buNone/>
              <a:defRPr sz="378"/>
            </a:lvl3pPr>
            <a:lvl4pPr marL="215890" indent="0">
              <a:buNone/>
              <a:defRPr sz="316"/>
            </a:lvl4pPr>
            <a:lvl5pPr marL="287854" indent="0">
              <a:buNone/>
              <a:defRPr sz="316"/>
            </a:lvl5pPr>
            <a:lvl6pPr marL="359816" indent="0">
              <a:buNone/>
              <a:defRPr sz="316"/>
            </a:lvl6pPr>
            <a:lvl7pPr marL="431780" indent="0">
              <a:buNone/>
              <a:defRPr sz="316"/>
            </a:lvl7pPr>
            <a:lvl8pPr marL="503744" indent="0">
              <a:buNone/>
              <a:defRPr sz="316"/>
            </a:lvl8pPr>
            <a:lvl9pPr marL="575706" indent="0">
              <a:buNone/>
              <a:defRPr sz="31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7" y="323850"/>
            <a:ext cx="928786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4" indent="0">
              <a:buNone/>
              <a:defRPr sz="220"/>
            </a:lvl2pPr>
            <a:lvl3pPr marL="143928" indent="0">
              <a:buNone/>
              <a:defRPr sz="200"/>
            </a:lvl3pPr>
            <a:lvl4pPr marL="215890" indent="0">
              <a:buNone/>
              <a:defRPr sz="200"/>
            </a:lvl4pPr>
            <a:lvl5pPr marL="287854" indent="0">
              <a:buNone/>
              <a:defRPr sz="200"/>
            </a:lvl5pPr>
            <a:lvl6pPr marL="359816" indent="0">
              <a:buNone/>
              <a:defRPr sz="200"/>
            </a:lvl6pPr>
            <a:lvl7pPr marL="431780" indent="0">
              <a:buNone/>
              <a:defRPr sz="200"/>
            </a:lvl7pPr>
            <a:lvl8pPr marL="503744" indent="0">
              <a:buNone/>
              <a:defRPr sz="200"/>
            </a:lvl8pPr>
            <a:lvl9pPr marL="575706" indent="0">
              <a:buNone/>
              <a:defRPr sz="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9801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898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0804" y="57474"/>
            <a:ext cx="620942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7983" y="57474"/>
            <a:ext cx="1826825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755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7982" y="57476"/>
            <a:ext cx="2483763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82" y="287369"/>
            <a:ext cx="2483763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7983" y="1000539"/>
            <a:ext cx="64793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967EC-38CA-4171-AD8B-E0C6FE3E92A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3909" y="1000539"/>
            <a:ext cx="97190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3806" y="1000539"/>
            <a:ext cx="64793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028A2-F23E-42A6-ADCA-BD190C8852A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571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28" rtl="0" eaLnBrk="1" latinLnBrk="0" hangingPunct="1">
        <a:lnSpc>
          <a:spcPct val="90000"/>
        </a:lnSpc>
        <a:spcBef>
          <a:spcPct val="0"/>
        </a:spcBef>
        <a:buNone/>
        <a:defRPr sz="6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8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442" kern="1200">
          <a:solidFill>
            <a:schemeClr val="tx1"/>
          </a:solidFill>
          <a:latin typeface="+mn-lt"/>
          <a:ea typeface="+mn-ea"/>
          <a:cs typeface="+mn-cs"/>
        </a:defRPr>
      </a:lvl1pPr>
      <a:lvl2pPr marL="107946" indent="-35982" algn="l" defTabSz="143928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8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316" kern="1200">
          <a:solidFill>
            <a:schemeClr val="tx1"/>
          </a:solidFill>
          <a:latin typeface="+mn-lt"/>
          <a:ea typeface="+mn-ea"/>
          <a:cs typeface="+mn-cs"/>
        </a:defRPr>
      </a:lvl3pPr>
      <a:lvl4pPr marL="251872" indent="-35982" algn="l" defTabSz="143928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323836" indent="-35982" algn="l" defTabSz="143928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8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67762" indent="-35982" algn="l" defTabSz="143928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39726" indent="-35982" algn="l" defTabSz="143928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8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1pPr>
      <a:lvl2pPr marL="71964" algn="l" defTabSz="14392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2pPr>
      <a:lvl3pPr marL="143928" algn="l" defTabSz="14392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287854" algn="l" defTabSz="14392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03744" algn="l" defTabSz="14392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9DD999-4C21-294A-C066-629D987437BF}"/>
              </a:ext>
            </a:extLst>
          </p:cNvPr>
          <p:cNvSpPr txBox="1"/>
          <p:nvPr/>
        </p:nvSpPr>
        <p:spPr>
          <a:xfrm>
            <a:off x="461510" y="539751"/>
            <a:ext cx="2005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Avenir LT Pro 65 Medium" panose="020B0603020203020204" pitchFamily="34" charset="0"/>
              </a:rPr>
              <a:t>KINOURA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242E892-A7F2-6DF4-D0A4-347A913ECE23}"/>
              </a:ext>
            </a:extLst>
          </p:cNvPr>
          <p:cNvSpPr/>
          <p:nvPr/>
        </p:nvSpPr>
        <p:spPr>
          <a:xfrm>
            <a:off x="1311735" y="333783"/>
            <a:ext cx="234034" cy="23403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27E1D56-24EE-6D65-6010-E434269FAE7B}"/>
              </a:ext>
            </a:extLst>
          </p:cNvPr>
          <p:cNvSpPr/>
          <p:nvPr/>
        </p:nvSpPr>
        <p:spPr>
          <a:xfrm>
            <a:off x="1380333" y="402381"/>
            <a:ext cx="96838" cy="96838"/>
          </a:xfrm>
          <a:prstGeom prst="ellipse">
            <a:avLst/>
          </a:prstGeom>
          <a:solidFill>
            <a:schemeClr val="tx1"/>
          </a:solidFill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AE197A6-A8E1-F640-F319-7C9B46B96256}"/>
              </a:ext>
            </a:extLst>
          </p:cNvPr>
          <p:cNvSpPr/>
          <p:nvPr/>
        </p:nvSpPr>
        <p:spPr>
          <a:xfrm>
            <a:off x="1394618" y="304242"/>
            <a:ext cx="68264" cy="68264"/>
          </a:xfrm>
          <a:prstGeom prst="ellipse">
            <a:avLst/>
          </a:prstGeom>
          <a:solidFill>
            <a:schemeClr val="tx1"/>
          </a:solidFill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2AD56B-BEE8-E5EB-B380-DF00CE4CB6C6}"/>
              </a:ext>
            </a:extLst>
          </p:cNvPr>
          <p:cNvSpPr txBox="1"/>
          <p:nvPr/>
        </p:nvSpPr>
        <p:spPr>
          <a:xfrm>
            <a:off x="1014414" y="1"/>
            <a:ext cx="1452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FF0000"/>
                </a:solidFill>
                <a:latin typeface="Avenir LT Pro 65 Medium" panose="020B0603020203020204" pitchFamily="34" charset="0"/>
              </a:rPr>
              <a:t>OURA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095781-679F-60C2-6764-ABD18124AE56}"/>
              </a:ext>
            </a:extLst>
          </p:cNvPr>
          <p:cNvSpPr txBox="1"/>
          <p:nvPr/>
        </p:nvSpPr>
        <p:spPr>
          <a:xfrm>
            <a:off x="461511" y="1"/>
            <a:ext cx="1105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002060"/>
                </a:solidFill>
                <a:latin typeface="Avenir LT Pro 65 Medium" panose="020B0603020203020204" pitchFamily="34" charset="0"/>
              </a:rPr>
              <a:t>KIN</a:t>
            </a:r>
          </a:p>
        </p:txBody>
      </p:sp>
    </p:spTree>
    <p:extLst>
      <p:ext uri="{BB962C8B-B14F-4D97-AF65-F5344CB8AC3E}">
        <p14:creationId xmlns:p14="http://schemas.microsoft.com/office/powerpoint/2010/main" val="279991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2906F-A5ED-C839-EA3E-D4362C99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76575EE-DF5A-4F5E-4BC4-6BF8A81C38C0}"/>
              </a:ext>
            </a:extLst>
          </p:cNvPr>
          <p:cNvSpPr/>
          <p:nvPr/>
        </p:nvSpPr>
        <p:spPr>
          <a:xfrm>
            <a:off x="1116721" y="342711"/>
            <a:ext cx="450452" cy="450454"/>
          </a:xfrm>
          <a:prstGeom prst="ellipse">
            <a:avLst/>
          </a:prstGeom>
          <a:solidFill>
            <a:schemeClr val="bg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2BAB81-C577-1585-B0C0-141228B3265E}"/>
              </a:ext>
            </a:extLst>
          </p:cNvPr>
          <p:cNvSpPr/>
          <p:nvPr/>
        </p:nvSpPr>
        <p:spPr>
          <a:xfrm>
            <a:off x="1248754" y="474744"/>
            <a:ext cx="186386" cy="186388"/>
          </a:xfrm>
          <a:prstGeom prst="ellipse">
            <a:avLst/>
          </a:prstGeom>
          <a:solidFill>
            <a:schemeClr val="tx1"/>
          </a:solidFill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581BEA-A6A6-9D63-A32E-0D827D2F12E2}"/>
              </a:ext>
            </a:extLst>
          </p:cNvPr>
          <p:cNvSpPr/>
          <p:nvPr/>
        </p:nvSpPr>
        <p:spPr>
          <a:xfrm>
            <a:off x="1276253" y="287680"/>
            <a:ext cx="131388" cy="131390"/>
          </a:xfrm>
          <a:prstGeom prst="ellipse">
            <a:avLst/>
          </a:prstGeom>
          <a:solidFill>
            <a:schemeClr val="tx1"/>
          </a:solidFill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74E31-D830-F58C-0669-59C03188F0B9}"/>
              </a:ext>
            </a:extLst>
          </p:cNvPr>
          <p:cNvSpPr txBox="1"/>
          <p:nvPr/>
        </p:nvSpPr>
        <p:spPr>
          <a:xfrm>
            <a:off x="1493271" y="216583"/>
            <a:ext cx="1380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latin typeface="Avenir LT Pro 65 Medium" panose="020B0603020203020204" pitchFamily="34" charset="0"/>
              </a:rPr>
              <a:t>URA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F1EDE-0171-7CF9-9080-4B702C8E2A72}"/>
              </a:ext>
            </a:extLst>
          </p:cNvPr>
          <p:cNvSpPr txBox="1"/>
          <p:nvPr/>
        </p:nvSpPr>
        <p:spPr>
          <a:xfrm>
            <a:off x="4657" y="216584"/>
            <a:ext cx="1214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latin typeface="Avenir LT Pro 65 Medium" panose="020B0603020203020204" pitchFamily="34" charset="0"/>
              </a:rPr>
              <a:t>KIN</a:t>
            </a:r>
          </a:p>
        </p:txBody>
      </p:sp>
    </p:spTree>
    <p:extLst>
      <p:ext uri="{BB962C8B-B14F-4D97-AF65-F5344CB8AC3E}">
        <p14:creationId xmlns:p14="http://schemas.microsoft.com/office/powerpoint/2010/main" val="3450945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DB3D0-BCA1-8FD6-D460-6DC91C971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9E5BFB-E624-BA98-513D-15081C4A0D71}"/>
              </a:ext>
            </a:extLst>
          </p:cNvPr>
          <p:cNvSpPr txBox="1"/>
          <p:nvPr/>
        </p:nvSpPr>
        <p:spPr>
          <a:xfrm>
            <a:off x="0" y="216584"/>
            <a:ext cx="28797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latin typeface="Avenir LT Pro 65 Medium" panose="020B0603020203020204" pitchFamily="34" charset="0"/>
              </a:rPr>
              <a:t>KINOURA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B994F8-508F-EC37-5AEB-60A97C4CB833}"/>
              </a:ext>
            </a:extLst>
          </p:cNvPr>
          <p:cNvGrpSpPr/>
          <p:nvPr/>
        </p:nvGrpSpPr>
        <p:grpSpPr>
          <a:xfrm>
            <a:off x="1242905" y="-320675"/>
            <a:ext cx="234034" cy="263574"/>
            <a:chOff x="1311733" y="304242"/>
            <a:chExt cx="234034" cy="26357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6DF09FB-5998-EAD0-F5FD-09F98154A8B6}"/>
                </a:ext>
              </a:extLst>
            </p:cNvPr>
            <p:cNvSpPr/>
            <p:nvPr/>
          </p:nvSpPr>
          <p:spPr>
            <a:xfrm>
              <a:off x="1311733" y="333781"/>
              <a:ext cx="234034" cy="234034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1A7D631-C207-23A5-79A2-8F081549FB38}"/>
                </a:ext>
              </a:extLst>
            </p:cNvPr>
            <p:cNvSpPr/>
            <p:nvPr/>
          </p:nvSpPr>
          <p:spPr>
            <a:xfrm>
              <a:off x="1380331" y="402379"/>
              <a:ext cx="96838" cy="96838"/>
            </a:xfrm>
            <a:prstGeom prst="ellipse">
              <a:avLst/>
            </a:prstGeom>
            <a:solidFill>
              <a:schemeClr val="tx1"/>
            </a:solidFill>
            <a:ln w="571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BFA6F71-9D47-6B2C-E945-9EB027402A55}"/>
                </a:ext>
              </a:extLst>
            </p:cNvPr>
            <p:cNvSpPr/>
            <p:nvPr/>
          </p:nvSpPr>
          <p:spPr>
            <a:xfrm>
              <a:off x="1394618" y="304242"/>
              <a:ext cx="68264" cy="68264"/>
            </a:xfrm>
            <a:prstGeom prst="ellipse">
              <a:avLst/>
            </a:prstGeom>
            <a:solidFill>
              <a:schemeClr val="tx1"/>
            </a:solidFill>
            <a:ln w="571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EE56886-8820-FE9B-85F9-6C25E2B75574}"/>
              </a:ext>
            </a:extLst>
          </p:cNvPr>
          <p:cNvSpPr txBox="1"/>
          <p:nvPr/>
        </p:nvSpPr>
        <p:spPr>
          <a:xfrm>
            <a:off x="1493271" y="216583"/>
            <a:ext cx="1380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rgbClr val="FF0000"/>
                </a:solidFill>
                <a:latin typeface="Avenir LT Pro 65 Medium" panose="020B0603020203020204" pitchFamily="34" charset="0"/>
              </a:rPr>
              <a:t>URA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588D5-E51E-E75A-04F1-BAECE965052A}"/>
              </a:ext>
            </a:extLst>
          </p:cNvPr>
          <p:cNvSpPr txBox="1"/>
          <p:nvPr/>
        </p:nvSpPr>
        <p:spPr>
          <a:xfrm>
            <a:off x="4657" y="216584"/>
            <a:ext cx="1214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rgbClr val="002060"/>
                </a:solidFill>
                <a:latin typeface="Avenir LT Pro 65 Medium" panose="020B0603020203020204" pitchFamily="34" charset="0"/>
              </a:rPr>
              <a:t>KIN</a:t>
            </a:r>
          </a:p>
        </p:txBody>
      </p:sp>
    </p:spTree>
    <p:extLst>
      <p:ext uri="{BB962C8B-B14F-4D97-AF65-F5344CB8AC3E}">
        <p14:creationId xmlns:p14="http://schemas.microsoft.com/office/powerpoint/2010/main" val="144326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</TotalTime>
  <Words>9</Words>
  <Application>Microsoft Office PowerPoint</Application>
  <PresentationFormat>Custom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Avenir LT Pro 65 Medium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Mayra Gutarra</dc:creator>
  <cp:lastModifiedBy>Mayra Gutarra</cp:lastModifiedBy>
  <cp:revision>1</cp:revision>
  <dcterms:created xsi:type="dcterms:W3CDTF">2026-10-28T18:47:53Z</dcterms:created>
  <dcterms:modified xsi:type="dcterms:W3CDTF">2026-10-28T19:39:40Z</dcterms:modified>
</cp:coreProperties>
</file>